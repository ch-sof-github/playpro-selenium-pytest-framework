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PlayPro Automation Framework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-&gt; Jenkins -&gt; Pytest -&gt; Selenium WebDriver -&gt; Browser</a:t>
            </a:r>
          </a:p>
          <a:p>
            <a:r>
              <a:t>Reports -&gt; pytest-html</a:t>
            </a:r>
          </a:p>
          <a:p>
            <a:r>
              <a:t>Logs -&gt; logs/pytest-logs.txt</a:t>
            </a:r>
          </a:p>
          <a:p>
            <a:r>
              <a:t>Screenshots -&gt; screenshots/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